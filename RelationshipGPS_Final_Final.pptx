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689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6400800" cy="6400800"/>
          </a:xfrm>
          <a:prstGeom prst="ellipse">
            <a:avLst/>
          </a:prstGeom>
          <a:solidFill>
            <a:srgbClr val="2563EB">
              <a:alpha val="5000"/>
            </a:srgbClr>
          </a:solidFill>
          <a:ln/>
        </p:spPr>
      </p:sp>
      <p:pic>
        <p:nvPicPr>
          <p:cNvPr id="3" name="Image 0" descr="/home/claude/build/assets/logo_icon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"/>
            <a:ext cx="932688" cy="7223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74520" y="749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Hearts. Avoid Crashes.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Navigate conversations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they become conflicts.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integrated inside your messaging app — like Grammarly, but for relationships.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0" y="868680"/>
            <a:ext cx="3840480" cy="4343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0" y="868680"/>
            <a:ext cx="3840480" cy="502920"/>
          </a:xfrm>
          <a:prstGeom prst="roundRect">
            <a:avLst>
              <a:gd name="adj" fmla="val 32727"/>
            </a:avLst>
          </a:prstGeom>
          <a:solidFill>
            <a:srgbClr val="FF6B6B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0" y="1143000"/>
            <a:ext cx="3840480" cy="228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7479792" y="978408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272016" y="16459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/>
        </p:spPr>
      </p:sp>
      <p:sp>
        <p:nvSpPr>
          <p:cNvPr id="13" name="Text 10"/>
          <p:cNvSpPr/>
          <p:nvPr/>
        </p:nvSpPr>
        <p:spPr>
          <a:xfrm>
            <a:off x="9381744" y="164592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"Fine."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89520" y="2377440"/>
            <a:ext cx="3017520" cy="2331720"/>
          </a:xfrm>
          <a:prstGeom prst="roundRect">
            <a:avLst>
              <a:gd name="adj" fmla="val 313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5" name="Image 1" descr="/home/claude/build/icons/bulb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53288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01584" y="25054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Nudge AI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754112" y="2926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detected
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Frustration likely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754112" y="3566160"/>
            <a:ext cx="2688336" cy="0"/>
          </a:xfrm>
          <a:prstGeom prst="line">
            <a:avLst/>
          </a:prstGeom>
          <a:noFill/>
          <a:ln w="9525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54112" y="3685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reply: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754112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seem upset. I'm here whenever you're ready to talk."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22960" y="6126480"/>
            <a:ext cx="10515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082735" y="6263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You're Texting Your Boss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4206240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4206240" cy="502920"/>
          </a:xfrm>
          <a:prstGeom prst="roundRect">
            <a:avLst>
              <a:gd name="adj" fmla="val 32727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420624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801368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246888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4688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deadline is impossible."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1" name="Image 0" descr="/home/claude/build/icons/bulb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335584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4592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Guru suggests: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61872" y="3749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the current workload, I may need an extension to maintain quality. Would that be possible?"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508760" y="512064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1508760" y="5120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— Message Sent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0" y="17373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3504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frustrated message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035040" y="2029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hit send, the moment is still recoverable.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0" y="269748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035040" y="2651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AI prompt appears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035040" y="29900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 recognizes tone risk in real time.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0" y="365760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035040" y="3611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choose, in one tap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035040" y="39502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Replace, edit, or ignore the suggestion — you stay in control.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0" y="461772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035040" y="4572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sent. No conflict.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035040" y="49103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intent, delivered in a way the other person can hear.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3570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Don't Know How to Say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relationships are strained not by what people mean, but by how they say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04872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7" name="Image 0" descr="/home/claude/build/icons/he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5420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41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escalate from poor wording, not differing intentions.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214884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2272" y="2404872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2" name="Image 1" descr="/home/claude/build/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5420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441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80560" y="30632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Misunderstandings compound across generations and communication styles.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214884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28432" y="2404872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7" name="Image 2" descr="/home/claude/build/icons/briefc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25420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32520" y="2441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46720" y="30632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Rushed messages at work read as careless or rude, harming careers.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ALTERNATIVE IS TOO SLOW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5720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4572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ChatGPT</a:t>
            </a:r>
            <a:endParaRPr lang="en-US" sz="1050" dirty="0"/>
          </a:p>
        </p:txBody>
      </p:sp>
      <p:pic>
        <p:nvPicPr>
          <p:cNvPr id="23" name="Image 3" descr="/home/claude/build/icons/arrow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4736592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2404872" y="45720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</p:spPr>
      </p:sp>
      <p:sp>
        <p:nvSpPr>
          <p:cNvPr id="25" name="Text 19"/>
          <p:cNvSpPr/>
          <p:nvPr/>
        </p:nvSpPr>
        <p:spPr>
          <a:xfrm>
            <a:off x="2404872" y="4572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message</a:t>
            </a:r>
            <a:endParaRPr lang="en-US" sz="1050" dirty="0"/>
          </a:p>
        </p:txBody>
      </p:sp>
      <p:pic>
        <p:nvPicPr>
          <p:cNvPr id="26" name="Image 4" descr="/home/claude/build/icons/arrow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4736592"/>
            <a:ext cx="201168" cy="20116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169664" y="45720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</p:spPr>
      </p:sp>
      <p:sp>
        <p:nvSpPr>
          <p:cNvPr id="28" name="Text 21"/>
          <p:cNvSpPr/>
          <p:nvPr/>
        </p:nvSpPr>
        <p:spPr>
          <a:xfrm>
            <a:off x="4169664" y="4572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</a:t>
            </a:r>
            <a:endParaRPr lang="en-US" sz="1050" dirty="0"/>
          </a:p>
        </p:txBody>
      </p:sp>
      <p:pic>
        <p:nvPicPr>
          <p:cNvPr id="29" name="Image 5" descr="/home/claude/build/icons/arrow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152" y="4736592"/>
            <a:ext cx="201168" cy="201168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5934456" y="45720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</p:spPr>
      </p:sp>
      <p:sp>
        <p:nvSpPr>
          <p:cNvPr id="31" name="Text 23"/>
          <p:cNvSpPr/>
          <p:nvPr/>
        </p:nvSpPr>
        <p:spPr>
          <a:xfrm>
            <a:off x="5934456" y="4572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reply</a:t>
            </a:r>
            <a:endParaRPr lang="en-US" sz="1050" dirty="0"/>
          </a:p>
        </p:txBody>
      </p:sp>
      <p:pic>
        <p:nvPicPr>
          <p:cNvPr id="32" name="Image 6" descr="/home/claude/build/icons/arrow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4736592"/>
            <a:ext cx="201168" cy="201168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7699248" y="45720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</p:spPr>
      </p:sp>
      <p:sp>
        <p:nvSpPr>
          <p:cNvPr id="34" name="Text 25"/>
          <p:cNvSpPr/>
          <p:nvPr/>
        </p:nvSpPr>
        <p:spPr>
          <a:xfrm>
            <a:off x="7699248" y="4572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again</a:t>
            </a:r>
            <a:endParaRPr lang="en-US" sz="1050" dirty="0"/>
          </a:p>
        </p:txBody>
      </p:sp>
      <p:pic>
        <p:nvPicPr>
          <p:cNvPr id="35" name="Image 7" descr="/home/claude/build/icons/arrow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4736592"/>
            <a:ext cx="201168" cy="20116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9464040" y="457200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/>
        </p:spPr>
      </p:sp>
      <p:sp>
        <p:nvSpPr>
          <p:cNvPr id="37" name="Text 27"/>
          <p:cNvSpPr/>
          <p:nvPr/>
        </p:nvSpPr>
        <p:spPr>
          <a:xfrm>
            <a:off x="9464040" y="4572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paste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39" name="Text 29"/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exists today, but it isn't integrated into the conversation itself — so almost nobody actually uses it in the moment.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Problem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93570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Coaching, Inside the Chat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saved contact carries a relationship type — so the AI always knows the right register before it speaks.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420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7" name="Image 0" descr="/home/claude/build/icons/he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5146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9456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46704" y="2194560"/>
            <a:ext cx="25420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9584" y="2395728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1" name="Image 1" descr="/home/claude/build/icons/briefc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5146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23944" y="219456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53328" y="2194560"/>
            <a:ext cx="25420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36208" y="2395728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5" name="Image 2" descr="/home/claude/build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51460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30568" y="219456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759952" y="2194560"/>
            <a:ext cx="25420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942832" y="2395728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9" name="Image 3" descr="/home/claude/build/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704" y="251460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37192" y="219456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TYPE, THE SYSTEM: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" y="370332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59536" y="390448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4" name="Image 4" descr="/home/claude/build/icons/robo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402336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9536" y="4453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context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59536" y="47457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message against relationship history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346704" y="370332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566160" y="390448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9" name="Image 5" descr="/home/claude/build/icons/smi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402336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566160" y="4453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tone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3566160" y="47457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frustration, ambiguity, or risk before it's sent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053328" y="370332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272784" y="390448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4" name="Image 6" descr="/home/claude/build/icons/bulb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656" y="4023360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72784" y="4453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 better reply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6272784" y="47457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improve, not a rewrite from scratch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8759952" y="370332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8979408" y="3904488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9" name="Image 7" descr="/home/claude/build/icons/chec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280" y="4023360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979408" y="4453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you in control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8979408" y="47457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Replace, edit, or ignore — every time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43" name="Text 33"/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every relationship.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contact's saved type drives tone, vocabulary, and risk sensitivity automatically.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93570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564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4650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build/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74520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824" y="235000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Reply Suggestions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" y="266090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rewrites that match tone and intent.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4564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746504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1" name="Image 1" descr="/home/claude/build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74520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35000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Risk Signal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81144" y="266090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flagged Safe, Risky, or Conflict before it's sent.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34564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" y="343814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/home/claude/build/icons/sm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566160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" y="404164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77824" y="435254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frustration, warmth, or ambiguity in real time.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343400" y="3200400"/>
            <a:ext cx="34564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81144" y="343814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/home/claude/build/icons/mask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566160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81144" y="404164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Switch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81144" y="435254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romantic, empathetic, or funny — on demand.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983480"/>
            <a:ext cx="715975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77824" y="522122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4" descr="/home/claude/build/icons/bookope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349240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1846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‘Why This Works’ Coaching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554480" y="5532120"/>
            <a:ext cx="5971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explanations that build communication skill over time.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83880" y="1508760"/>
            <a:ext cx="3337560" cy="4663440"/>
          </a:xfrm>
          <a:prstGeom prst="roundRect">
            <a:avLst>
              <a:gd name="adj" fmla="val 3288"/>
            </a:avLst>
          </a:prstGeom>
          <a:solidFill>
            <a:srgbClr val="2563EB"/>
          </a:solidFill>
          <a:ln/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pic>
        <p:nvPicPr>
          <p:cNvPr id="30" name="Image 5" descr="/home/claude/build/icons/comment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1828800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03920" y="23774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messaging companion, not another app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5039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 is an AI-powered layer that lives inside the conversation itself.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8503920" y="3931920"/>
            <a:ext cx="26974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8503920" y="4114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opening another app, copying text, and pasting a reply back — it appears exactly where the conversation is already happening.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8503920" y="5120640"/>
            <a:ext cx="26974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503920" y="53035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on this page runs inline, in real time, on-device where possible.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93570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56432" cy="42062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9280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46888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pic>
        <p:nvPicPr>
          <p:cNvPr id="7" name="Image 0" descr="/home/claude/build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020824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770632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Contacts Into Categories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32688" y="3630168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4930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32688" y="405079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913632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32688" y="447141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334256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32688" y="489204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7548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</a:t>
            </a:r>
            <a:endParaRPr lang="en-US" sz="1250" dirty="0"/>
          </a:p>
        </p:txBody>
      </p:sp>
      <p:pic>
        <p:nvPicPr>
          <p:cNvPr id="17" name="Image 1" descr="/home/claude/build/icons/arrow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56616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343400" y="1600200"/>
            <a:ext cx="3456432" cy="42062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36008" y="189280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6"/>
          <p:cNvSpPr/>
          <p:nvPr/>
        </p:nvSpPr>
        <p:spPr>
          <a:xfrm>
            <a:off x="4636008" y="246888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pic>
        <p:nvPicPr>
          <p:cNvPr id="21" name="Image 2" descr="/home/claude/build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2020824"/>
            <a:ext cx="246888" cy="2468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36008" y="2770632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Reads as You Type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4636008" y="3630168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19"/>
          <p:cNvSpPr/>
          <p:nvPr/>
        </p:nvSpPr>
        <p:spPr>
          <a:xfrm>
            <a:off x="4846320" y="34930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636008" y="405079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1"/>
          <p:cNvSpPr/>
          <p:nvPr/>
        </p:nvSpPr>
        <p:spPr>
          <a:xfrm>
            <a:off x="4846320" y="3913632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4636008" y="447141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3"/>
          <p:cNvSpPr/>
          <p:nvPr/>
        </p:nvSpPr>
        <p:spPr>
          <a:xfrm>
            <a:off x="4846320" y="4334256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4636008" y="489204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5"/>
          <p:cNvSpPr/>
          <p:nvPr/>
        </p:nvSpPr>
        <p:spPr>
          <a:xfrm>
            <a:off x="4846320" y="47548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250" dirty="0"/>
          </a:p>
        </p:txBody>
      </p:sp>
      <p:pic>
        <p:nvPicPr>
          <p:cNvPr id="31" name="Image 3" descr="/home/claude/build/icons/arrow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566160"/>
            <a:ext cx="274320" cy="27432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8046720" y="1600200"/>
            <a:ext cx="3456432" cy="42062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339328" y="189280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28"/>
          <p:cNvSpPr/>
          <p:nvPr/>
        </p:nvSpPr>
        <p:spPr>
          <a:xfrm>
            <a:off x="8339328" y="246888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pic>
        <p:nvPicPr>
          <p:cNvPr id="35" name="Image 4" descr="/home/claude/build/icons/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2020824"/>
            <a:ext cx="246888" cy="2468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339328" y="2770632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Nudge Appears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8339328" y="3630168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1"/>
          <p:cNvSpPr/>
          <p:nvPr/>
        </p:nvSpPr>
        <p:spPr>
          <a:xfrm>
            <a:off x="8549640" y="34930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rewriting everything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8339328" y="405079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3"/>
          <p:cNvSpPr/>
          <p:nvPr/>
        </p:nvSpPr>
        <p:spPr>
          <a:xfrm>
            <a:off x="8549640" y="3913632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one-tap suggestion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8339328" y="447141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35"/>
          <p:cNvSpPr/>
          <p:nvPr/>
        </p:nvSpPr>
        <p:spPr>
          <a:xfrm>
            <a:off x="8549640" y="4334256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to send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93570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Messaging — Love Mode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layer for couples to manage finances and milestones together, building on the same trust established through everyday messaging.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56432" cy="39776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7" name="Image 0" descr="/home/claude/build/icons/wall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5054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97180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Financial Planner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36499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income, automatically split across categories.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3941064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81304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4242816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11480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4400" y="4544568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41655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4400" y="4846320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71830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14400" y="514807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502005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4400" y="5449824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53218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14400" y="5577840"/>
            <a:ext cx="2907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569671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Built-in progress tracker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325112" y="2103120"/>
            <a:ext cx="3456432" cy="39776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99432" y="237744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6" name="Image 1" descr="/home/claude/build/icons/he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505456"/>
            <a:ext cx="246888" cy="2468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599432" y="297180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Goals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4599432" y="336499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milestones, tracked together.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599432" y="3840480"/>
            <a:ext cx="310896" cy="310896"/>
          </a:xfrm>
          <a:prstGeom prst="ellipse">
            <a:avLst/>
          </a:prstGeom>
          <a:solidFill>
            <a:srgbClr val="FFE8E8"/>
          </a:solidFill>
          <a:ln/>
        </p:spPr>
      </p:sp>
      <p:pic>
        <p:nvPicPr>
          <p:cNvPr id="30" name="Image 2" descr="/home/claude/build/icons/plane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922776"/>
            <a:ext cx="146304" cy="14630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001768" y="382219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nights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4599432" y="4201668"/>
            <a:ext cx="310896" cy="310896"/>
          </a:xfrm>
          <a:prstGeom prst="ellipse">
            <a:avLst/>
          </a:prstGeom>
          <a:solidFill>
            <a:srgbClr val="FFE8E8"/>
          </a:solidFill>
          <a:ln/>
        </p:spPr>
      </p:sp>
      <p:pic>
        <p:nvPicPr>
          <p:cNvPr id="33" name="Image 3" descr="/home/claude/build/icons/plane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283964"/>
            <a:ext cx="146304" cy="14630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01768" y="418338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bucket list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599432" y="4562856"/>
            <a:ext cx="310896" cy="310896"/>
          </a:xfrm>
          <a:prstGeom prst="ellipse">
            <a:avLst/>
          </a:prstGeom>
          <a:solidFill>
            <a:srgbClr val="FFE8E8"/>
          </a:solidFill>
          <a:ln/>
        </p:spPr>
      </p:sp>
      <p:pic>
        <p:nvPicPr>
          <p:cNvPr id="36" name="Image 4" descr="/home/claude/build/icons/ring_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645152"/>
            <a:ext cx="146304" cy="14630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01768" y="454456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fund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4599432" y="4924044"/>
            <a:ext cx="310896" cy="310896"/>
          </a:xfrm>
          <a:prstGeom prst="ellipse">
            <a:avLst/>
          </a:prstGeom>
          <a:solidFill>
            <a:srgbClr val="FFE8E8"/>
          </a:solidFill>
          <a:ln/>
        </p:spPr>
      </p:sp>
      <p:pic>
        <p:nvPicPr>
          <p:cNvPr id="39" name="Image 5" descr="/home/claude/build/icons/home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5006340"/>
            <a:ext cx="146304" cy="1463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001768" y="490575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purchase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4599432" y="5285232"/>
            <a:ext cx="310896" cy="310896"/>
          </a:xfrm>
          <a:prstGeom prst="ellipse">
            <a:avLst/>
          </a:prstGeom>
          <a:solidFill>
            <a:srgbClr val="FFE8E8"/>
          </a:solidFill>
          <a:ln/>
        </p:spPr>
      </p:sp>
      <p:pic>
        <p:nvPicPr>
          <p:cNvPr id="42" name="Image 6" descr="/home/claude/build/icons/dumbbell_cor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5367528"/>
            <a:ext cx="146304" cy="14630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001768" y="526694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goals</a:t>
            </a:r>
            <a:endParaRPr lang="en-US" sz="1150" dirty="0"/>
          </a:p>
        </p:txBody>
      </p:sp>
      <p:sp>
        <p:nvSpPr>
          <p:cNvPr id="44" name="Shape 35"/>
          <p:cNvSpPr/>
          <p:nvPr/>
        </p:nvSpPr>
        <p:spPr>
          <a:xfrm>
            <a:off x="4599432" y="5646420"/>
            <a:ext cx="310896" cy="310896"/>
          </a:xfrm>
          <a:prstGeom prst="ellipse">
            <a:avLst/>
          </a:prstGeom>
          <a:solidFill>
            <a:srgbClr val="FFE8E8"/>
          </a:solidFill>
          <a:ln/>
        </p:spPr>
      </p:sp>
      <p:pic>
        <p:nvPicPr>
          <p:cNvPr id="45" name="Image 7" descr="/home/claude/build/icons/bookopen_co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728" y="5728716"/>
            <a:ext cx="146304" cy="146304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001768" y="562813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challenge</a:t>
            </a:r>
            <a:endParaRPr lang="en-US" sz="1150" dirty="0"/>
          </a:p>
        </p:txBody>
      </p:sp>
      <p:sp>
        <p:nvSpPr>
          <p:cNvPr id="47" name="Shape 37"/>
          <p:cNvSpPr/>
          <p:nvPr/>
        </p:nvSpPr>
        <p:spPr>
          <a:xfrm>
            <a:off x="8010144" y="2103120"/>
            <a:ext cx="3456432" cy="3977640"/>
          </a:xfrm>
          <a:prstGeom prst="roundRect">
            <a:avLst>
              <a:gd name="adj" fmla="val 3175"/>
            </a:avLst>
          </a:prstGeom>
          <a:solidFill>
            <a:srgbClr val="22C55E"/>
          </a:solidFill>
          <a:ln/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8284464" y="2377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8" descr="/home/claude/build/icons/trophy_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0" y="2505456"/>
            <a:ext cx="246888" cy="24688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8284464" y="297180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Streaks</a:t>
            </a:r>
            <a:endParaRPr lang="en-US" sz="1450" dirty="0"/>
          </a:p>
        </p:txBody>
      </p:sp>
      <p:sp>
        <p:nvSpPr>
          <p:cNvPr id="51" name="Text 40"/>
          <p:cNvSpPr/>
          <p:nvPr/>
        </p:nvSpPr>
        <p:spPr>
          <a:xfrm>
            <a:off x="8284464" y="336499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Gentle, positive reinforcement — not pressure.</a:t>
            </a:r>
            <a:endParaRPr lang="en-US" sz="1100" dirty="0"/>
          </a:p>
        </p:txBody>
      </p:sp>
      <p:sp>
        <p:nvSpPr>
          <p:cNvPr id="52" name="Shape 41"/>
          <p:cNvSpPr/>
          <p:nvPr/>
        </p:nvSpPr>
        <p:spPr>
          <a:xfrm>
            <a:off x="8284464" y="3977640"/>
            <a:ext cx="2907792" cy="566928"/>
          </a:xfrm>
          <a:prstGeom prst="roundRect">
            <a:avLst>
              <a:gd name="adj" fmla="val 12903"/>
            </a:avLst>
          </a:prstGeom>
          <a:solidFill>
            <a:srgbClr val="15803D"/>
          </a:solidFill>
          <a:ln/>
        </p:spPr>
      </p:sp>
      <p:sp>
        <p:nvSpPr>
          <p:cNvPr id="53" name="Text 42"/>
          <p:cNvSpPr/>
          <p:nvPr/>
        </p:nvSpPr>
        <p:spPr>
          <a:xfrm>
            <a:off x="8421624" y="3977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54" name="Text 43"/>
          <p:cNvSpPr/>
          <p:nvPr/>
        </p:nvSpPr>
        <p:spPr>
          <a:xfrm>
            <a:off x="9107424" y="39776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without arguments</a:t>
            </a:r>
            <a:endParaRPr lang="en-US" sz="1150" dirty="0"/>
          </a:p>
        </p:txBody>
      </p:sp>
      <p:sp>
        <p:nvSpPr>
          <p:cNvPr id="55" name="Shape 44"/>
          <p:cNvSpPr/>
          <p:nvPr/>
        </p:nvSpPr>
        <p:spPr>
          <a:xfrm>
            <a:off x="8284464" y="4654296"/>
            <a:ext cx="2907792" cy="566928"/>
          </a:xfrm>
          <a:prstGeom prst="roundRect">
            <a:avLst>
              <a:gd name="adj" fmla="val 12903"/>
            </a:avLst>
          </a:prstGeom>
          <a:solidFill>
            <a:srgbClr val="15803D"/>
          </a:solidFill>
          <a:ln/>
        </p:spPr>
      </p:sp>
      <p:sp>
        <p:nvSpPr>
          <p:cNvPr id="56" name="Text 45"/>
          <p:cNvSpPr/>
          <p:nvPr/>
        </p:nvSpPr>
        <p:spPr>
          <a:xfrm>
            <a:off x="8421624" y="465429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1x</a:t>
            </a:r>
            <a:endParaRPr lang="en-US" sz="2000" dirty="0"/>
          </a:p>
        </p:txBody>
      </p:sp>
      <p:sp>
        <p:nvSpPr>
          <p:cNvPr id="57" name="Text 46"/>
          <p:cNvSpPr/>
          <p:nvPr/>
        </p:nvSpPr>
        <p:spPr>
          <a:xfrm>
            <a:off x="9107424" y="465429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appreciation check-in</a:t>
            </a:r>
            <a:endParaRPr lang="en-US" sz="1150" dirty="0"/>
          </a:p>
        </p:txBody>
      </p:sp>
      <p:sp>
        <p:nvSpPr>
          <p:cNvPr id="58" name="Shape 47"/>
          <p:cNvSpPr/>
          <p:nvPr/>
        </p:nvSpPr>
        <p:spPr>
          <a:xfrm>
            <a:off x="8284464" y="5330952"/>
            <a:ext cx="2907792" cy="566928"/>
          </a:xfrm>
          <a:prstGeom prst="roundRect">
            <a:avLst>
              <a:gd name="adj" fmla="val 12903"/>
            </a:avLst>
          </a:prstGeom>
          <a:solidFill>
            <a:srgbClr val="15803D"/>
          </a:solidFill>
          <a:ln/>
        </p:spPr>
      </p:sp>
      <p:sp>
        <p:nvSpPr>
          <p:cNvPr id="59" name="Text 48"/>
          <p:cNvSpPr/>
          <p:nvPr/>
        </p:nvSpPr>
        <p:spPr>
          <a:xfrm>
            <a:off x="8421624" y="53309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2000" dirty="0"/>
          </a:p>
        </p:txBody>
      </p:sp>
      <p:sp>
        <p:nvSpPr>
          <p:cNvPr id="60" name="Text 49"/>
          <p:cNvSpPr/>
          <p:nvPr/>
        </p:nvSpPr>
        <p:spPr>
          <a:xfrm>
            <a:off x="9107424" y="533095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Compliments exchanged</a:t>
            </a:r>
            <a:endParaRPr lang="en-US" sz="1150" dirty="0"/>
          </a:p>
        </p:txBody>
      </p:sp>
      <p:sp>
        <p:nvSpPr>
          <p:cNvPr id="61" name="Text 5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Expansion</a:t>
            </a:r>
            <a:endParaRPr lang="en-US" sz="900" dirty="0"/>
          </a:p>
        </p:txBody>
      </p:sp>
      <p:sp>
        <p:nvSpPr>
          <p:cNvPr id="62" name="Text 51"/>
          <p:cNvSpPr/>
          <p:nvPr/>
        </p:nvSpPr>
        <p:spPr>
          <a:xfrm>
            <a:off x="93570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900" dirty="0"/>
          </a:p>
        </p:txBody>
      </p:sp>
      <p:sp>
        <p:nvSpPr>
          <p:cNvPr id="63" name="Text 52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Romance — Family &amp;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context-aware engine adapts to every relationship type in a person's life.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7" name="Image 0" descr="/home/claude/build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60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68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1900" dirty="0"/>
          </a:p>
        </p:txBody>
      </p:sp>
      <p:pic>
        <p:nvPicPr>
          <p:cNvPr id="9" name="Image 1" descr="/home/claude/build/icons/check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6440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Reminders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98448" y="34930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for check-ins and important dates.</a:t>
            </a:r>
            <a:endParaRPr lang="en-US" sz="1100" dirty="0"/>
          </a:p>
        </p:txBody>
      </p:sp>
      <p:pic>
        <p:nvPicPr>
          <p:cNvPr id="12" name="Image 2" descr="/home/claude/build/icons/check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416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39684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Elder-Friendly Wording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98448" y="427024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tone and complexity for older relatives.</a:t>
            </a:r>
            <a:endParaRPr lang="en-US" sz="1100" dirty="0"/>
          </a:p>
        </p:txBody>
      </p:sp>
      <p:pic>
        <p:nvPicPr>
          <p:cNvPr id="15" name="Image 3" descr="/home/claude/build/icons/check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81888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8448" y="47457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Misunderstandings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298448" y="50474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context before a small issue grows.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080760" y="2103120"/>
            <a:ext cx="5212080" cy="3703320"/>
          </a:xfrm>
          <a:prstGeom prst="roundRect">
            <a:avLst>
              <a:gd name="adj" fmla="val 2963"/>
            </a:avLst>
          </a:prstGeom>
          <a:solidFill>
            <a:srgbClr val="2563EB"/>
          </a:solidFill>
          <a:ln/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0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/home/claude/build/icons/briefcas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5603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2468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</a:t>
            </a:r>
            <a:endParaRPr lang="en-US" sz="1900" dirty="0"/>
          </a:p>
        </p:txBody>
      </p:sp>
      <p:pic>
        <p:nvPicPr>
          <p:cNvPr id="22" name="Image 5" descr="/home/claude/build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64408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39128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Drafting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739128" y="34930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professional copy in seconds.</a:t>
            </a:r>
            <a:endParaRPr lang="en-US" sz="1100" dirty="0"/>
          </a:p>
        </p:txBody>
      </p:sp>
      <p:pic>
        <p:nvPicPr>
          <p:cNvPr id="25" name="Image 6" descr="/home/claude/build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041648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739128" y="39684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Negotiation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739128" y="427024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phrasing for high-stakes conversations.</a:t>
            </a:r>
            <a:endParaRPr lang="en-US" sz="1100" dirty="0"/>
          </a:p>
        </p:txBody>
      </p:sp>
      <p:pic>
        <p:nvPicPr>
          <p:cNvPr id="28" name="Image 7" descr="/home/claude/build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818888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739128" y="47457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Apology Assistant</a:t>
            </a:r>
            <a:endParaRPr lang="en-US" sz="1300" dirty="0"/>
          </a:p>
        </p:txBody>
      </p:sp>
      <p:sp>
        <p:nvSpPr>
          <p:cNvPr id="30" name="Text 20"/>
          <p:cNvSpPr/>
          <p:nvPr/>
        </p:nvSpPr>
        <p:spPr>
          <a:xfrm>
            <a:off x="6739128" y="50474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hard messages without damaging trust.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Expansion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93570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37560" cy="42062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9CA3AF"/>
          </a:solidFill>
          <a:ln/>
        </p:spPr>
      </p:sp>
      <p:pic>
        <p:nvPicPr>
          <p:cNvPr id="6" name="Image 0" descr="/home/claude/build/icons/commentdo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0253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5146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reply suggestions — the core experience, available to everyone.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1600200"/>
            <a:ext cx="3337560" cy="4206240"/>
          </a:xfrm>
          <a:prstGeom prst="roundRect">
            <a:avLst>
              <a:gd name="adj" fmla="val 3288"/>
            </a:avLst>
          </a:prstGeom>
          <a:solidFill>
            <a:srgbClr val="2563EB"/>
          </a:solidFill>
          <a:ln/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build/icons/crown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00253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5146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498848" y="3081528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4709160" y="2953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suggestions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498848" y="3493008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4709160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financial planner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98848" y="3904488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4709160" y="3776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dashboard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498848" y="4315968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4709160" y="4187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772400" y="1600200"/>
            <a:ext cx="3337560" cy="42062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5400000" algn="bl" rotWithShape="0">
              <a:srgbClr val="111827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46720" y="18745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2" descr="/home/claude/build/icons/build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2002536"/>
            <a:ext cx="246888" cy="2468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46720" y="25146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046720" y="29718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version for companies, supporting clearer internal communication at scale.</a:t>
            </a:r>
            <a:endParaRPr lang="en-US" sz="1200" dirty="0"/>
          </a:p>
        </p:txBody>
      </p:sp>
      <p:pic>
        <p:nvPicPr>
          <p:cNvPr id="26" name="Image 3" descr="/home/claude/build/icons/arrow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928" y="3566160"/>
            <a:ext cx="274320" cy="274320"/>
          </a:xfrm>
          <a:prstGeom prst="rect">
            <a:avLst/>
          </a:prstGeom>
        </p:spPr>
      </p:pic>
      <p:pic>
        <p:nvPicPr>
          <p:cNvPr id="27" name="Image 4" descr="/home/claude/build/icons/arrow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35661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93570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563EB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875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blindly copying a generic AI reply, the system teaches communication — one nudge at a time.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SWITCH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1892808" cy="502920"/>
          </a:xfrm>
          <a:prstGeom prst="roundRect">
            <a:avLst>
              <a:gd name="adj" fmla="val 4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80360" y="278892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82312" y="278892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278892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28816" y="2788920"/>
            <a:ext cx="1348740" cy="502920"/>
          </a:xfrm>
          <a:prstGeom prst="roundRect">
            <a:avLst>
              <a:gd name="adj" fmla="val 4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788920"/>
            <a:ext cx="1348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2148" y="2788920"/>
            <a:ext cx="1426464" cy="502920"/>
          </a:xfrm>
          <a:prstGeom prst="roundRect">
            <a:avLst>
              <a:gd name="adj" fmla="val 4909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2148" y="27889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749040"/>
            <a:ext cx="10515600" cy="2148840"/>
          </a:xfrm>
          <a:prstGeom prst="roundRect">
            <a:avLst>
              <a:gd name="adj" fmla="val 5957"/>
            </a:avLst>
          </a:prstGeom>
          <a:solidFill>
            <a:srgbClr val="2563EB"/>
          </a:solidFill>
          <a:ln/>
        </p:spPr>
      </p:sp>
      <p:pic>
        <p:nvPicPr>
          <p:cNvPr id="18" name="Image 0" descr="/home/claude/build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069080"/>
            <a:ext cx="502920" cy="502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74520" y="4023360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 helps people reach places.
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GPS helps people reach understanding.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3570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GPS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CA1A9D-C2A3-2318-0348-F3A12BB5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9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563EB">
              <a:alpha val="5000"/>
            </a:srgbClr>
          </a:solidFill>
          <a:ln/>
        </p:spPr>
      </p:sp>
      <p:pic>
        <p:nvPicPr>
          <p:cNvPr id="3" name="Image 0" descr="/home/claude/build/assets/logo_icon_on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488" y="1417320"/>
            <a:ext cx="1188720" cy="9235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GPS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conversations before they become conflicts.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724248" y="3931920"/>
            <a:ext cx="2743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898</Words>
  <Application>Microsoft Office PowerPoint</Application>
  <PresentationFormat>Widescreen</PresentationFormat>
  <Paragraphs>210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 GPS — Investor Overview</dc:title>
  <dc:subject>PptxGenJS Presentation</dc:subject>
  <dc:creator>Relationship GPS</dc:creator>
  <cp:lastModifiedBy>Aditya Sai</cp:lastModifiedBy>
  <cp:revision>5</cp:revision>
  <dcterms:created xsi:type="dcterms:W3CDTF">2026-06-27T10:37:12Z</dcterms:created>
  <dcterms:modified xsi:type="dcterms:W3CDTF">2026-07-06T14:23:17Z</dcterms:modified>
</cp:coreProperties>
</file>